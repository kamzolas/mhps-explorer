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6"/>
    <p:restoredTop sz="94648"/>
  </p:normalViewPr>
  <p:slideViewPr>
    <p:cSldViewPr snapToGrid="0">
      <p:cViewPr>
        <p:scale>
          <a:sx n="152" d="100"/>
          <a:sy n="152" d="100"/>
        </p:scale>
        <p:origin x="-7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FD89D-1B88-2D4C-B3DE-48DE4023CF9B}" type="datetimeFigureOut">
              <a:rPr lang="en-US" smtClean="0"/>
              <a:t>5/30/24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5779D-4CF2-C04A-8531-3E48335B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4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5779D-4CF2-C04A-8531-3E48335BEF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79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AF8E-60EE-8172-8DBD-8013C992E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B5D364-F085-ED90-CCA4-1D23B8C52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E1C4-4785-9F4C-C933-3263D9E5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5/30/24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542E3-B51D-0D3C-DBCA-BEDE5ACE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19359-1958-0AC2-05AA-A10E9733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66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B5A26-3419-0CCA-70B5-2880ADF5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CBA81-9629-9A1E-2788-E1FC906A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B872F-C68A-CE97-2CEA-FE3DF6131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5/30/24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1353-1A9C-0274-7327-6E0712D9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C4914-00E1-480A-E453-BB90785D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8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BCA6-ECBB-069D-D42E-836D43BA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CECD3-9C44-4866-332D-C93A335CB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9C829-E829-3E14-75D2-ECF0E79C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5/30/24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AEBAA-6B48-E380-FE92-2353AB5B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7116-089E-3877-D1DC-C9D950C4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9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75A0-851F-18D4-08EE-C7389CCE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31AE6-18E5-F3D2-83D9-9B9D78207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02C5F-242C-850E-DDD1-ABF8D4702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462FC-AC18-9D90-AA73-0E82372E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5/30/24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4CA46-B289-5691-7509-9005964D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343F0-628D-CB3B-DB8C-232918DB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4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54AE-F03B-E96B-3017-8A787E03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8D7D0-AF7E-9526-6C8B-A67F6F4DF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3A11C-9D3F-1075-10EA-C6760B577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9BBECC-E648-5855-75D2-A2E5CB468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5153F-333F-5FB9-75F3-28BE9BBDA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CC9953-9152-3111-2046-ECDF90885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5/30/24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FEB7BF-D6B7-E10C-4554-82488E8C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506A31-B200-A9FC-42AE-E0BDC446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2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B7413-958D-D6E2-A16F-5F47F193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0700F-52C9-23B4-98A9-26AAF2A7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5/30/24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74344-F3B6-2DA5-2711-18EDA1B8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1C6AF-8721-4F4A-F616-417CC2508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74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3B8BF-FD05-26E5-3495-C2D721A3B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5/30/24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18D67-1D21-2902-6FF7-8BBBD5938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BE213-79B4-C721-45E2-C02D3671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CBC5-51AC-CB6A-F212-C247AF4E3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42F8F-4063-4062-03A8-19234FBBE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AA7BF-E3C8-014F-0273-9919A114A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C0B67-4120-0045-1F24-ADB40BCE4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5/30/24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C928D-1909-3A64-88E5-9B521664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F3C44-F1D3-F431-C167-A5D07ADA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5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F750-C00B-7CE0-9C1B-481C5CB19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EAEC39-94A0-F9BB-52DB-67A4E2A35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90120-D639-A7AE-276D-84DCF8144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D6CFB-8923-3A4C-1BC3-055A076CD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5/30/24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EB5B9-0759-5470-8C16-B52773E7A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F31C5-9628-E575-DA8D-D42B3257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77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191F-F9BC-3348-C332-6FB86964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F374B-118E-E669-6D34-FD41BBE81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6CB4C-A6D2-A64F-3838-1B045C8C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5/30/24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977D8-A9E8-28B6-83B0-22BECA94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8EF54-05D2-F2BE-F591-EFAE157B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66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28A24-49A6-77D9-25F6-88FC1C727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6758B-8C0B-4980-4362-CD83A2284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58D78-C8C4-6DBF-90D1-BB3562CB8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5/30/24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6E0E0-70C6-C0B5-0C8D-B94FA7FC0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A6D97-E478-C54F-98A7-0B31CABA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9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58E10-D6B8-F8F6-244C-F33EF452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15224-1AD1-E557-1624-E9645F1E7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9F5E8-3168-271A-9CBF-70FA842F9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629E3-78A2-124C-92C1-CDBEF89C751D}" type="datetimeFigureOut">
              <a:rPr lang="en-US" smtClean="0"/>
              <a:t>5/30/24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B137F-C875-8D44-3DA2-B533B7886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F4395-CC26-7211-D290-E47AF36C3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19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4E3ADD-44E1-9146-3A61-E89376D20B55}"/>
              </a:ext>
            </a:extLst>
          </p:cNvPr>
          <p:cNvSpPr/>
          <p:nvPr/>
        </p:nvSpPr>
        <p:spPr>
          <a:xfrm>
            <a:off x="1617785" y="1559169"/>
            <a:ext cx="9050216" cy="3165231"/>
          </a:xfrm>
          <a:prstGeom prst="rect">
            <a:avLst/>
          </a:prstGeom>
          <a:gradFill flip="none" rotWithShape="1">
            <a:gsLst>
              <a:gs pos="92000">
                <a:schemeClr val="accent5">
                  <a:lumMod val="5000"/>
                  <a:lumOff val="95000"/>
                  <a:alpha val="30032"/>
                </a:schemeClr>
              </a:gs>
              <a:gs pos="20000">
                <a:schemeClr val="accent5">
                  <a:lumMod val="45000"/>
                  <a:lumOff val="55000"/>
                </a:schemeClr>
              </a:gs>
              <a:gs pos="46000">
                <a:schemeClr val="accent5">
                  <a:lumMod val="45000"/>
                  <a:lumOff val="55000"/>
                </a:schemeClr>
              </a:gs>
              <a:gs pos="65000">
                <a:schemeClr val="accent5">
                  <a:lumMod val="30000"/>
                  <a:lumOff val="70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928053-1459-23A4-41B1-D19DC2BC0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827" t="34187" r="29836" b="37301"/>
          <a:stretch/>
        </p:blipFill>
        <p:spPr>
          <a:xfrm>
            <a:off x="4782776" y="1729508"/>
            <a:ext cx="2764200" cy="2857117"/>
          </a:xfrm>
          <a:prstGeom prst="ellips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A4063F-BFFD-55F8-EB96-857615A615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351" t="2279" r="29992" b="69209"/>
          <a:stretch/>
        </p:blipFill>
        <p:spPr>
          <a:xfrm>
            <a:off x="1866899" y="1729507"/>
            <a:ext cx="2812334" cy="2857118"/>
          </a:xfrm>
          <a:prstGeom prst="ellipse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15FE05-23A4-B053-399C-12865AF54E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427" t="67353" r="29916" b="4134"/>
          <a:stretch/>
        </p:blipFill>
        <p:spPr>
          <a:xfrm>
            <a:off x="7650519" y="1698268"/>
            <a:ext cx="2812334" cy="285711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79104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Jkamzo@outlook.com</dc:creator>
  <cp:lastModifiedBy>Jkamzo@outlook.com</cp:lastModifiedBy>
  <cp:revision>3</cp:revision>
  <dcterms:created xsi:type="dcterms:W3CDTF">2024-05-30T15:03:15Z</dcterms:created>
  <dcterms:modified xsi:type="dcterms:W3CDTF">2024-05-30T16:23:22Z</dcterms:modified>
</cp:coreProperties>
</file>