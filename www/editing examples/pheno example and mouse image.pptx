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217"/>
    <p:restoredTop sz="94662"/>
  </p:normalViewPr>
  <p:slideViewPr>
    <p:cSldViewPr snapToGrid="0">
      <p:cViewPr varScale="1">
        <p:scale>
          <a:sx n="153" d="100"/>
          <a:sy n="153" d="100"/>
        </p:scale>
        <p:origin x="13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CFD89D-1B88-2D4C-B3DE-48DE4023CF9B}" type="datetimeFigureOut">
              <a:rPr lang="en-US" smtClean="0"/>
              <a:t>6/13/24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65779D-4CF2-C04A-8531-3E48335BE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340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65779D-4CF2-C04A-8531-3E48335BEFD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979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8AF8E-60EE-8172-8DBD-8013C992EB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B5D364-F085-ED90-CCA4-1D23B8C529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8E1C4-4785-9F4C-C933-3263D9E52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29E3-78A2-124C-92C1-CDBEF89C751D}" type="datetimeFigureOut">
              <a:rPr lang="en-US" smtClean="0"/>
              <a:t>6/13/24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5542E3-B51D-0D3C-DBCA-BEDE5ACE0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19359-1958-0AC2-05AA-A10E97331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7E833-D4E4-154F-906D-752184E35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866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B5A26-3419-0CCA-70B5-2880ADF56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CBA81-9629-9A1E-2788-E1FC906AB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B872F-C68A-CE97-2CEA-FE3DF6131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29E3-78A2-124C-92C1-CDBEF89C751D}" type="datetimeFigureOut">
              <a:rPr lang="en-US" smtClean="0"/>
              <a:t>6/13/24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F1353-1A9C-0274-7327-6E0712D93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C4914-00E1-480A-E453-BB90785D4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7E833-D4E4-154F-906D-752184E35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089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0BCA6-ECBB-069D-D42E-836D43BA8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CECD3-9C44-4866-332D-C93A335CB1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49C829-E829-3E14-75D2-ECF0E79C5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29E3-78A2-124C-92C1-CDBEF89C751D}" type="datetimeFigureOut">
              <a:rPr lang="en-US" smtClean="0"/>
              <a:t>6/13/24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AEBAA-6B48-E380-FE92-2353AB5B3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67116-089E-3877-D1DC-C9D950C40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7E833-D4E4-154F-906D-752184E35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395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675A0-851F-18D4-08EE-C7389CCE4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31AE6-18E5-F3D2-83D9-9B9D782070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C02C5F-242C-850E-DDD1-ABF8D4702E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2462FC-AC18-9D90-AA73-0E82372EE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29E3-78A2-124C-92C1-CDBEF89C751D}" type="datetimeFigureOut">
              <a:rPr lang="en-US" smtClean="0"/>
              <a:t>6/13/24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F4CA46-B289-5691-7509-9005964DC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7343F0-628D-CB3B-DB8C-232918DBA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7E833-D4E4-154F-906D-752184E35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743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754AE-F03B-E96B-3017-8A787E031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A8D7D0-AF7E-9526-6C8B-A67F6F4DF7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03A11C-9D3F-1075-10EA-C6760B577A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9BBECC-E648-5855-75D2-A2E5CB4687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D5153F-333F-5FB9-75F3-28BE9BBDA3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CC9953-9152-3111-2046-ECDF90885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29E3-78A2-124C-92C1-CDBEF89C751D}" type="datetimeFigureOut">
              <a:rPr lang="en-US" smtClean="0"/>
              <a:t>6/13/24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FEB7BF-D6B7-E10C-4554-82488E8C4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506A31-B200-A9FC-42AE-E0BDC446B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7E833-D4E4-154F-906D-752184E35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320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B7413-958D-D6E2-A16F-5F47F193B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D0700F-52C9-23B4-98A9-26AAF2A7C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29E3-78A2-124C-92C1-CDBEF89C751D}" type="datetimeFigureOut">
              <a:rPr lang="en-US" smtClean="0"/>
              <a:t>6/13/24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A74344-F3B6-2DA5-2711-18EDA1B8F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1C6AF-8721-4F4A-F616-417CC2508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7E833-D4E4-154F-906D-752184E35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174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B3B8BF-FD05-26E5-3495-C2D721A3B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29E3-78A2-124C-92C1-CDBEF89C751D}" type="datetimeFigureOut">
              <a:rPr lang="en-US" smtClean="0"/>
              <a:t>6/13/24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918D67-1D21-2902-6FF7-8BBBD5938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8BE213-79B4-C721-45E2-C02D3671B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7E833-D4E4-154F-906D-752184E35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53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ACBC5-51AC-CB6A-F212-C247AF4E3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42F8F-4063-4062-03A8-19234FBBE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2AA7BF-E3C8-014F-0273-9919A114A1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EC0B67-4120-0045-1F24-ADB40BCE4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29E3-78A2-124C-92C1-CDBEF89C751D}" type="datetimeFigureOut">
              <a:rPr lang="en-US" smtClean="0"/>
              <a:t>6/13/24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4C928D-1909-3A64-88E5-9B521664D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AF3C44-F1D3-F431-C167-A5D07ADA2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7E833-D4E4-154F-906D-752184E35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59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4F750-C00B-7CE0-9C1B-481C5CB19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EAEC39-94A0-F9BB-52DB-67A4E2A359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190120-D639-A7AE-276D-84DCF8144E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CD6CFB-8923-3A4C-1BC3-055A076CD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29E3-78A2-124C-92C1-CDBEF89C751D}" type="datetimeFigureOut">
              <a:rPr lang="en-US" smtClean="0"/>
              <a:t>6/13/24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3EB5B9-0759-5470-8C16-B52773E7A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CF31C5-9628-E575-DA8D-D42B3257D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7E833-D4E4-154F-906D-752184E35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777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A191F-F9BC-3348-C332-6FB869649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1F374B-118E-E669-6D34-FD41BBE815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D6CB4C-A6D2-A64F-3838-1B045C8CC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29E3-78A2-124C-92C1-CDBEF89C751D}" type="datetimeFigureOut">
              <a:rPr lang="en-US" smtClean="0"/>
              <a:t>6/13/24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F977D8-A9E8-28B6-83B0-22BECA943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8EF54-05D2-F2BE-F591-EFAE157B8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7E833-D4E4-154F-906D-752184E35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266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E28A24-49A6-77D9-25F6-88FC1C727A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C6758B-8C0B-4980-4362-CD83A2284D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458D78-C8C4-6DBF-90D1-BB3562CB8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29E3-78A2-124C-92C1-CDBEF89C751D}" type="datetimeFigureOut">
              <a:rPr lang="en-US" smtClean="0"/>
              <a:t>6/13/24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46E0E0-70C6-C0B5-0C8D-B94FA7FC0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4A6D97-E478-C54F-98A7-0B31CABA6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7E833-D4E4-154F-906D-752184E35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391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D58E10-D6B8-F8F6-244C-F33EF4525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B15224-1AD1-E557-1624-E9645F1E7F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99F5E8-3168-271A-9CBF-70FA842F95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D629E3-78A2-124C-92C1-CDBEF89C751D}" type="datetimeFigureOut">
              <a:rPr lang="en-US" smtClean="0"/>
              <a:t>6/13/24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B137F-C875-8D44-3DA2-B533B78863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F4395-CC26-7211-D290-E47AF36C3D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F7E833-D4E4-154F-906D-752184E35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819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8AC66A3-5BCE-05D2-A95C-EA7A8F79445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36" t="1947" r="844" b="1912"/>
          <a:stretch/>
        </p:blipFill>
        <p:spPr>
          <a:xfrm>
            <a:off x="1917701" y="1276350"/>
            <a:ext cx="7626350" cy="334327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79104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8C049-E9EA-4A4C-DBDA-E3FC667F37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42" t="20994" r="81335" b="57159"/>
          <a:stretch/>
        </p:blipFill>
        <p:spPr>
          <a:xfrm>
            <a:off x="4703036" y="1469878"/>
            <a:ext cx="2785927" cy="257162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281623E-F9E3-CE93-0CB6-25BF96E8789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4258"/>
          <a:stretch/>
        </p:blipFill>
        <p:spPr>
          <a:xfrm>
            <a:off x="8184919" y="1540513"/>
            <a:ext cx="3619500" cy="2500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193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1</Words>
  <Application>Microsoft Macintosh PowerPoint</Application>
  <PresentationFormat>Widescreen</PresentationFormat>
  <Paragraphs>1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Jkamzo@outlook.com</dc:creator>
  <cp:lastModifiedBy>Jkamzo@outlook.com</cp:lastModifiedBy>
  <cp:revision>7</cp:revision>
  <dcterms:created xsi:type="dcterms:W3CDTF">2024-05-30T15:03:15Z</dcterms:created>
  <dcterms:modified xsi:type="dcterms:W3CDTF">2024-06-13T10:43:27Z</dcterms:modified>
</cp:coreProperties>
</file>